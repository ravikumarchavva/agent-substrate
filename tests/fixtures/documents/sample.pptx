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Rotterdam warehouse.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Launch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Autumn campaign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freeze</a:t>
            </a:r>
          </a:p>
          <a:p>
            <a:r>
              <a:t>Beta release</a:t>
            </a:r>
          </a:p>
          <a:p>
            <a:pPr lvl="1"/>
            <a:r>
              <a:t>Invite 50 customers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EUR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